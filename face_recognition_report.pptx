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Face Recognition 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Dataset + model evaluation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 &amp; goals</a:t>
            </a:r>
          </a:p>
          <a:p>
            <a:pPr/>
            <a:r>
              <a:t>Dataset &amp; preprocessing</a:t>
            </a:r>
          </a:p>
          <a:p>
            <a:pPr/>
            <a:r>
              <a:t>Model architecture</a:t>
            </a:r>
          </a:p>
          <a:p>
            <a:pPr/>
            <a:r>
              <a:t>Evaluation results</a:t>
            </a:r>
          </a:p>
          <a:p>
            <a:pPr/>
            <a:r>
              <a:t>Demo workflow</a:t>
            </a:r>
          </a:p>
          <a:p>
            <a:pPr/>
            <a:r>
              <a:t>Future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800 face samples across 8 people</a:t>
            </a:r>
          </a:p>
          <a:p>
            <a:pPr/>
            <a:r>
              <a:t>Images stored as flattened 50x50 RGB pixels (7,500 features)</a:t>
            </a:r>
          </a:p>
          <a:p>
            <a:pPr/>
            <a:r>
              <a:t>Face detection uses Haar cascade (OpenCV)</a:t>
            </a:r>
          </a:p>
          <a:p>
            <a:pPr/>
            <a:r>
              <a:t>Labels stored in data/names.pkl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KNN (k=5) + RandomForest (100 trees)</a:t>
            </a:r>
          </a:p>
          <a:p>
            <a:pPr/>
            <a:r>
              <a:t>VotingClassifier (hard voting)</a:t>
            </a:r>
          </a:p>
          <a:p>
            <a:pPr/>
            <a:r>
              <a:t>Trained on flattened face vectors</a:t>
            </a:r>
          </a:p>
          <a:p>
            <a:pPr/>
            <a:r>
              <a:t>Predicts one of the known identities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Train/test split: 640 / 160 samples</a:t>
            </a:r>
          </a:p>
          <a:p>
            <a:pPr/>
            <a:r>
              <a:t>Accuracy on test split: 95.62%</a:t>
            </a:r>
          </a:p>
          <a:p>
            <a:pPr/>
            <a:r>
              <a:t>5-fold CV accuracy: 96.50% ± 0.75%</a:t>
            </a:r>
          </a:p>
          <a:p>
            <a:pPr/>
            <a:r>
              <a:t>Real-world accuracy depends on lighting, pose, occlusion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(Test Split)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Run test.py to start webcam attendance mode</a:t>
            </a:r>
          </a:p>
          <a:p>
            <a:pPr/>
            <a:r>
              <a:t>Detect face, classify identity, then record attendance</a:t>
            </a:r>
          </a:p>
          <a:p>
            <a:pPr/>
            <a:r>
              <a:t>Press 'o' to log attendance (skips duplicates)</a:t>
            </a:r>
          </a:p>
          <a:p>
            <a:pPr/>
            <a:r>
              <a:t>Output: CSV file under Attendance/ folder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 data augmentation (lighting/rotation) to improve robustness</a:t>
            </a:r>
          </a:p>
          <a:p>
            <a:pPr/>
            <a:r>
              <a:t>Use a deep learning model (e.g., FaceNet) for better accuracy</a:t>
            </a:r>
          </a:p>
          <a:p>
            <a:pPr/>
            <a:r>
              <a:t>Store embeddings instead of raw pixels</a:t>
            </a:r>
          </a:p>
          <a:p>
            <a:pPr/>
            <a:r>
              <a:t>Add GUI and better error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